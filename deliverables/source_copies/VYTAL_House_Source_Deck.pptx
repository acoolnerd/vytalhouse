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VYTAL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rPr/>
              <a:t>Recharge. Recover. Evolve.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Vision &amp;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VYTAL House is a cosmos-inspired recovery club owned by Chauncey Gardner and Kathy Ha.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It blends a deep navy hero band and pastel-tinted cards, from Notion’s design system, with SpaceX’s austere black-and-white canvas and bold typography to create a futuristic, welcoming lounge.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Equipment &amp; Modalities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Hyperbaric chambers: OxyPro Sovereign &amp; EXS‑64 (2.0 ATA, panoramic windows, AI control).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Red‑light therapy, float pods, cryotherapy and VacuActiv body pods.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Inspired by Notion’s colorful design and SpaceX’s engineered minimalism.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Design &amp;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Combines Notion’s deep navy hero bands and pastel cards with SpaceX’s black canvas and uppercase D‑DIN typography.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Uses purple pill CTAs and ghost-outline buttons on full-bleed cosmic photography.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Tagline appears across all touchpoints: Recharge. Recover. Evolve.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Floor Plan</a:t>
            </a:r>
          </a:p>
        </p:txBody>
      </p:sp>
      <p:pic>
        <p:nvPicPr>
          <p:cNvPr id="3" name="Picture 2" descr="aion_floo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297680" cy="3223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rPr/>
              <a:t>Conceptual floor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Services &amp; 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Membership Tiers: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Core – $299/mo: Red-light, float pods, compression.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Elite – $599/mo: Unlimited recovery services, monthly IV/peptides.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• Black – $1,499/mo: Concierge wellness &amp; diagnostics.</a:t>
            </a:r>
          </a:p>
          <a:p>
            <a:pPr>
              <a:defRPr sz="1400">
                <a:solidFill>
                  <a:srgbClr val="C8C8C8"/>
                </a:solidFill>
              </a:defRPr>
            </a:pP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Add-ons: Cryotherapy, infrared sauna &amp; cold plunge, NAD⁺ infusions.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Technology &amp;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Next.js/React front-end with Stripe payments &amp; headless CMS.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React Native/Flutter mobile app with booking, biometrics &amp; community.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Node.js backend with GraphQL/REST APIs and PostgreSQL, JWT auth &amp; deployed on Vercel/AWS.</a:t>
            </a:r>
          </a:p>
        </p:txBody>
      </p:sp>
      <p:pic>
        <p:nvPicPr>
          <p:cNvPr id="4" name="Picture 3" descr="vytal_app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32004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/>
              <a:t>Financials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Project revenue of ~$165k/month with ~300 members and high-margin therapies.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Startup costs estimated at $750k–$1.8M.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rPr/>
              <a:t>Next steps: finalize lease, hire medical staff, refine designs, procure equipment, launch marketing, raise capital and open VYTAL House.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